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9"/>
  </p:normalViewPr>
  <p:slideViewPr>
    <p:cSldViewPr snapToGrid="0" snapToObjects="1">
      <p:cViewPr>
        <p:scale>
          <a:sx n="130" d="100"/>
          <a:sy n="130" d="100"/>
        </p:scale>
        <p:origin x="32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AD44-8045-DD4C-B6F9-E5E20714A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8056D-DCCB-B148-A48B-9A75A57B0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A7E2B-43E0-0249-93C9-CB8B489E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53DDF-4397-A64D-AA87-D2441DD7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9BE9C-9337-6A49-82CA-C244A7EB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603B-1912-A34B-8D75-443C0758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78D30-3806-3040-A3DF-CF1E2E7FC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470BB-B253-1B43-BEBD-534E6B5B5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7EA68-0B79-284D-B59A-54BA29F3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ED533-38EC-7241-B5B2-F77892A9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19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F8D1-8A47-644E-B87E-18C47EE4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59DE9-C4A3-0C42-8D08-B64DEE117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D59C3-4409-A94F-A182-00339D8E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D37CA-6EA5-DC4A-91B2-E4951F205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BE38D-25E3-7141-8E54-A97B018B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2FC2D-5C2D-5742-BA25-3D3B77C2C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F5E7C-00B3-1E45-BE63-1845DE3AD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6CCD6-FF5D-474A-8F42-4ADCDEEC6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540D4-CF48-4B47-B064-27DB12AE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429E7-80F9-1045-82CF-6A6C31C7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C601A-D53C-8B47-848F-6591573E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80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8F3A-247C-9D4B-BBC0-99F49216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50BB4-F2D3-DC43-9D1A-08DBA47BA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B0D7A-9A11-6947-9E6A-6BCE9201B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FC61B-DC39-2F44-AACC-9590A5426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85D80-7B2B-6842-AC94-90031B7B0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79E99-2C21-0A47-A9FC-46A9E6E7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8F70A-4990-A141-A3B3-B8AEB074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E4DEE-9332-C24E-A760-37DF71F5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22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0BC50-F3B4-FB45-819D-9F5B1610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8118C-62AA-FD4C-83D6-67D969E0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AA44E6-7383-C64B-BCEB-D477C3EA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B6608-6EB8-CC49-8A32-DD6B5513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1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7FB4FF-A8FC-0E44-AF0C-2E613E6F2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DCBB62-7D4F-DA46-81AB-EF853A1A6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09D78-2EA0-FC4D-A81B-B48E35D1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7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915D-4438-1F4E-8DB5-6C81D680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A1429-1251-174C-95DC-2260C09F4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2F928-30D8-4B41-A882-4CB81FEDF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7E55C-EF33-B846-8C50-6A012824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189C9-1E4D-3F42-BE1E-E4092C1E4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E4E3C-1B0B-4D48-987E-25B163B3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8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FFC3-69C7-DB46-A0B2-0881251C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2FE91-6F4B-0849-BC4C-1BDAB817D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4E50A-3388-6249-B53C-9149095A3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D97CF-54B6-C74A-B0BA-EF1BDB87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EBECA-5EB7-A142-AAD9-CBBCF33E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5D80E-84A9-FB45-BBAE-A7BEA452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28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4692-A29D-1741-8717-6A208B91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A1E48-CE74-CD45-8533-B36FAA877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08BBF-D2EF-5C41-8E08-479FA1E9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B735-B046-624E-BC3A-8BD2B608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514DB-4340-854B-88D1-8B0766F3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0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F377D9-6EAF-9545-AF4B-F5DD683EC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A7300-5E4F-2043-9E42-8A72B2CF9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BC690-91F3-5A4D-9C3B-31F4D3AB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22AC7-A896-CE45-B085-03A4F017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89C82-B477-4A42-AE2E-1AC86036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1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ADF89-A184-4F40-9C0A-F87A20558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2CDB1-FC61-8243-A835-A3C08B909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05E9A-C503-5F4C-A1F5-B35764287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26BA-C610-5E4F-87BE-80A72A52BFDB}" type="datetimeFigureOut">
              <a:rPr lang="en-US" smtClean="0"/>
              <a:t>12/14/18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A6322-5DBB-E14E-89AA-051AA9080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EA202-7AF0-DF48-89C7-074255867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F8D09-1813-9846-BC4A-2B4191DB7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5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nim.pathy@imperial.ac.u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80E730-4BE5-FE44-B2A3-90C1BCD0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Conference abstract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297C84-0B4E-3D4B-AF97-55E16BB0D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basis of your findings in your group projects</a:t>
            </a:r>
          </a:p>
          <a:p>
            <a:pPr lvl="1"/>
            <a:r>
              <a:rPr lang="en-US" dirty="0"/>
              <a:t>Individual submissions!</a:t>
            </a:r>
          </a:p>
          <a:p>
            <a:pPr lvl="1"/>
            <a:r>
              <a:rPr lang="en-US" dirty="0"/>
              <a:t>Can work to further refine your project if needed</a:t>
            </a:r>
          </a:p>
          <a:p>
            <a:endParaRPr lang="en-US" dirty="0"/>
          </a:p>
          <a:p>
            <a:r>
              <a:rPr lang="en-US" dirty="0"/>
              <a:t>&lt; 400 words, and at most 1 figure</a:t>
            </a:r>
          </a:p>
          <a:p>
            <a:endParaRPr lang="en-US" dirty="0"/>
          </a:p>
          <a:p>
            <a:r>
              <a:rPr lang="en-US" dirty="0"/>
              <a:t>References do not count towards word limit, but figure legends do</a:t>
            </a:r>
          </a:p>
          <a:p>
            <a:endParaRPr lang="en-US" dirty="0"/>
          </a:p>
          <a:p>
            <a:r>
              <a:rPr lang="en-US" dirty="0"/>
              <a:t>Due by </a:t>
            </a:r>
            <a:r>
              <a:rPr lang="en-US" b="1" dirty="0"/>
              <a:t>5pm on Monday 17</a:t>
            </a:r>
            <a:r>
              <a:rPr lang="en-US" b="1" baseline="30000" dirty="0"/>
              <a:t>th</a:t>
            </a:r>
            <a:r>
              <a:rPr lang="en-US" dirty="0"/>
              <a:t>, submit to Jo </a:t>
            </a:r>
            <a:r>
              <a:rPr lang="en-US" dirty="0" err="1"/>
              <a:t>Tite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1250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8173-4483-7144-9D7D-1149732B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Written exam on 10</a:t>
            </a:r>
            <a:r>
              <a:rPr lang="en-US" baseline="30000" dirty="0"/>
              <a:t>th</a:t>
            </a:r>
            <a:r>
              <a:rPr lang="en-US" dirty="0"/>
              <a:t> Jan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B8E7-9921-DB4A-A32B-41CB2A3B9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Closed book </a:t>
            </a:r>
            <a:r>
              <a:rPr lang="en-US" dirty="0"/>
              <a:t>test, including MCQs and structured question</a:t>
            </a:r>
          </a:p>
          <a:p>
            <a:endParaRPr lang="en-US" dirty="0"/>
          </a:p>
          <a:p>
            <a:r>
              <a:rPr lang="en-US" dirty="0"/>
              <a:t>I will aim to send further practice questions before the holiday</a:t>
            </a:r>
          </a:p>
          <a:p>
            <a:endParaRPr lang="en-US" dirty="0"/>
          </a:p>
          <a:p>
            <a:r>
              <a:rPr lang="en-US" dirty="0"/>
              <a:t>If popular request, we may have another Q&amp;A session before the exam</a:t>
            </a:r>
          </a:p>
          <a:p>
            <a:endParaRPr lang="en-US" dirty="0"/>
          </a:p>
          <a:p>
            <a:r>
              <a:rPr lang="en-US" dirty="0"/>
              <a:t>Questions/clarifications always possible by email (</a:t>
            </a:r>
            <a:r>
              <a:rPr lang="en-US" dirty="0">
                <a:hlinkClick r:id="rId2"/>
              </a:rPr>
              <a:t>nim.pathy@imperial.ac.uk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40860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114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Conference abstract</vt:lpstr>
      <vt:lpstr>Written exam on 10th Jan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Conference abstract</dc:title>
  <dc:creator>Arinaminpathy, Nim</dc:creator>
  <cp:lastModifiedBy>Arinaminpathy, Nim</cp:lastModifiedBy>
  <cp:revision>1</cp:revision>
  <dcterms:created xsi:type="dcterms:W3CDTF">2018-12-14T12:10:38Z</dcterms:created>
  <dcterms:modified xsi:type="dcterms:W3CDTF">2018-12-14T12:17:57Z</dcterms:modified>
</cp:coreProperties>
</file>